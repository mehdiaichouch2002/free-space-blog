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Django Blog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DB5BD"/>
                </a:solidFill>
              </a:rPr>
              <a:t>A full-featured blog platform built with Django 6 &amp;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67EEA"/>
                </a:solidFill>
              </a:rPr>
              <a:t>Users  ·  Posts  ·  Comments  ·  Likes  · 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DB5BD"/>
                </a:solidFill>
              </a:rP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🗄️ 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Django 6 · Python 3.12 · MySQL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0584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🎨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Bootstrap 5 · Vanilla JS · Responsive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👤 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Custom User model · Register / Login / Logout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📝  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CRUD · Categories · Tags · Slugs · Drafts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💬  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Nested replies · Moderation · Author delete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❤️  Likes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Toggle via JSON API · Real-time counter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79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🛡️ 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3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Customised admin per model · Bulk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83479"/>
            <a:ext cx="557784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7491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📁 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863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config/ · apps/users · posts · comments · likes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FF78"/>
                </a:solidFill>
              </a:rPr>
              <a:t>blog/
├── config/            ← settings, urls, wsgi
│   ├── settings.py
│   └── urls.py
├── apps/
│   ├── users/         ← Custom User, auth views
│   ├── posts/         ← Post, Category, Tag models
│   ├── comments/      ← Comment (nested)
│   └── likes/         ← Like (toggle API)
├── templates/
│   ├── base.html
│   ├── posts/         ← home, detail, form
│   ├── users/         ← profile, edit
│   └── registration/  ← login, register
├── static/
└── media/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2560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username, email, bio, avatar,
website  (extends AbstractUser)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3657600" cy="25603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title, slug, content, excerpt,
author→User, category→Category,
tags↔Tag, status, featured_image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914400"/>
            <a:ext cx="3657600" cy="2560320"/>
          </a:xfrm>
          <a:prstGeom prst="rect">
            <a:avLst/>
          </a:prstGeom>
          <a:solidFill>
            <a:srgbClr val="FD7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name, slug,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3657600" cy="2560320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name, slug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749039"/>
            <a:ext cx="3657600" cy="2560320"/>
          </a:xfrm>
          <a:prstGeom prst="rect">
            <a:avLst/>
          </a:prstGeom>
          <a:solidFill>
            <a:srgbClr val="FF8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Comment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post→Post, author→User,
parent→self, content, is_approved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657600" cy="25603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34340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user→User, post→Post
(unique_together)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Custom User model (AbstractUser)
• Register with email validation
• Login / Logout
• Edit profile + avatar 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Posts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Draft / Published workflow
• Auto-generated slugs
• Category &amp; tag filtering
• Full-text search
• Paginated home feed (6/page)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3657600" cy="5303520"/>
          </a:xfrm>
          <a:prstGeom prst="rect">
            <a:avLst/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7EEA"/>
                </a:solidFill>
              </a:rPr>
              <a:t>Social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Like toggle (JSON API)
• Nested comments &amp; replies
• Real-time like counter
• Author-only 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UserAdmin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username, email, is_staff, post_count
fieldsets extended with bio, avatar, website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144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PostAdmin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title, author, category, status, like_count
Filters by status/category · prepopulated slug · date hierarchy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CommentAdmin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author, post, is_approved
Bulk 'Approve selected comments'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CategoryAdmin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name, slug · prepopulated slug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TagAdmin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name, slug · prepopulated slug field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572000"/>
            <a:ext cx="5577840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LikeAdmin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list_display: user, post, created_at · search by user/post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URL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FF78"/>
                </a:solidFill>
              </a:rPr>
              <a:t>GET   /                          → Home feed (paginated, filterable)
GET   /post/&lt;slug&gt;/              → Post detail + comments + likes
GET   /post/new/                 → Create post  [login required]
POST  /post/&lt;slug&gt;/edit/         → Edit post    [author only]
POST  /post/&lt;slug&gt;/delete/       → Delete post  [author only]
GET   /users/register/           → Registration form
GET   /users/login/              → Login form
GET   /users/logout/             → Logout
GET   /users/profile/&lt;username&gt;/ → Public profile
GET   /users/profile/edit/       → Edit own profile [login required]
POST  /post/&lt;slug&gt;/comment/      → Add comment  [login required]
POST  /comment/&lt;pk&gt;/delete/      → Delete comment [author only]
POST  /post/&lt;slug&gt;/like/         → Toggle like → JSON response [login required]
GET   /admin/                    → Django admin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Setup &amp;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Install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sudo apt install libmysqlclient-dev
pip install mysqlclient pillow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Create MySQL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50876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mysql -u root -p
CREATE DATABASE blog_db CHARACTER SET utf8mb4;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Configure 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Set DB USER / PASSWORD in DATABASES block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Run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python manage.py makemigrations
python manage.py migrate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603504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6035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6080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Create superuser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662940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python manage.py createsuperuser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6035040"/>
            <a:ext cx="5029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6035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60807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</a:rPr>
              <a:t>Start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629400"/>
            <a:ext cx="3566160" cy="1737360"/>
          </a:xfrm>
          <a:prstGeom prst="rect">
            <a:avLst/>
          </a:prstGeom>
          <a:solidFill>
            <a:srgbClr val="F8F9FA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python manage.py runserver
Open http://127.0.0.1:8000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DB5BD"/>
                </a:solidFill>
              </a:rPr>
              <a:t>Django Blog — Users · Posts · Comments · Likes ·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7EEA"/>
                </a:solidFill>
              </a:rPr>
              <a:t>Built with Django 6 · MySQL · Bootstrap 5 · Python 3.12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
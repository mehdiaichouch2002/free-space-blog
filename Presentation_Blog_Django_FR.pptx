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Application Blog Django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DB5BD"/>
                </a:solidFill>
              </a:rPr>
              <a:t>Une plateforme de blog complète avec Django 6 &amp;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7EEA"/>
                </a:solidFill>
              </a:rPr>
              <a:t>Utilisateurs  ·  Articles  ·  Commentaires  ·  Likes  · 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DB5BD"/>
                </a:solidFill>
              </a:rPr>
              <a:t>2024 — Projet académique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Vue d'ensemble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🗄️  Back-end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Django 6 · Python 3.12 · MySQL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🎨  Front-end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Tailwind CSS · JS Vanilla · Responsive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👤  Authentification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Modèle User personnalisé · Inscription / Connexion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📝  Articles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CRUD · Catégories · Tags · Slugs · Brouillons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💬  Commentaires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Réponses imbriquées · Modération · Suppression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❤️  Likes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Toggle via API JSON · Compteur temps réel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79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🛡️  Administration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3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Admin Django personnalisé · Actions groupées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83479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749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📁 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863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config/ · apps/users · posts · comments · likes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FF78"/>
                </a:solidFill>
              </a:rPr>
              <a:t>blog/
├── config/            ← paramètres, URLs, wsgi
│   ├── settings.py
│   └── urls.py
├── apps/
│   ├── users/         ← User personnalisé, vues auth
│   ├── posts/         ← Post, Category, Tag
│   ├── comments/      ← Comment (imbriqué)
│   └── likes/         ← Like (API toggle)
├── templates/
│   ├── base.html
│   ├── posts/         ← home, détail, formulaire
│   ├── users/         ← profil, modification
│   └── registration/  ← connexion, inscription
├── static/
└── media/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Modèles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2560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username, email, bio, avatar,
website  (hérite de AbstractUser)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3657600" cy="25603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titre, slug, contenu, extrait,
auteur→User, catégorie→Category,
tags↔Tag, statut,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914400"/>
            <a:ext cx="3657600" cy="2560320"/>
          </a:xfrm>
          <a:prstGeom prst="rect">
            <a:avLst/>
          </a:prstGeom>
          <a:solidFill>
            <a:srgbClr val="FD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nom, slug,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3657600" cy="2560320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nom, slug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749039"/>
            <a:ext cx="3657600" cy="2560320"/>
          </a:xfrm>
          <a:prstGeom prst="rect">
            <a:avLst/>
          </a:prstGeom>
          <a:solidFill>
            <a:srgbClr val="FF8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Comment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post→Post, auteur→User,
parent→self, contenu, est_approuvé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657600" cy="2560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utilisateur→User, post→Post
(unique_together)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Authentification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Modèle User personnalisé
• Inscription avec validation e-mail
• Connexion / Déconnexion
• Modification du profil + avatar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Système d'articles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Workflow brouillon / publié
• Slugs auto-générés
• Filtrage catégories &amp; tags
• Recherche plein texte
• Défilement infini (9/page)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Fonctions sociales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Toggle like (API JSON)
• Commentaires &amp; réponses
• Compteur likes temps réel
• Suppression auteur uniquement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Interface d'administration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UserAdmin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username, email, is_staff, post_count
Fieldsets étendus avec bio, avatar, site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144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PostAdmin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titre, auteur, catégorie, statut, like_count
Filtres par statut/catégorie · slug auto · hiérarchie par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CommentAdmin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auteur, post, est_approuvé
Action groupée « Approuver les commentaires 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CategoryAdmin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nom, slug · slug auto-rempli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TagAdmin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nom, slug · slug auto-rempli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5720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LikeAdmin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 : utilisateur, post, créé_le · recherche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Routes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FF78"/>
                </a:solidFill>
              </a:rPr>
              <a:t>GET   /                          → Page d'accueil (slider + grille)
GET   /post/&lt;slug&gt;/              → Détail article + commentaires + likes
GET   /post/new/                 → Créer un article   [connexion requise]
POST  /post/&lt;slug&gt;/edit/         → Modifier un article [auteur uniquement]
POST  /post/&lt;slug&gt;/delete/       → Supprimer un article [auteur uniquement]
GET   /users/register/           → Formulaire d'inscription
GET   /users/login/              → Formulaire de connexion
GET   /users/logout/             → Déconnexion
GET   /users/profile/&lt;username&gt;/ → Profil public
GET   /users/profile/edit/       → Modifier son profil  [connexion requise]
POST  /post/&lt;slug&gt;/comment/      → Ajouter un commentaire [connexion requise]
POST  /comment/&lt;pk&gt;/delete/      → Supprimer un commentaire [auteur uniquement]
POST  /post/&lt;slug&gt;/like/         → Toggle like → réponse JSON [connexion requise]
GET   /admin/                    → Interface d'administration Django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Installation &amp; Lancement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Cloner &amp; environnement virtuel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git clone &lt;url&gt;
cd blog
python -m venv venv &amp;&amp; source venv/bin/activate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Installer les dépendances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50876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pip install -r requirements.txt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Créer la base de données 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CREATE DATABASE blog_db
  CHARACTER SET utf8mb4;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Configurer settings.py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Renseigner USER / PASSWORD / HOST
dans le bloc DATABASES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603504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6035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6080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Migrations &amp; super-utilisateur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662940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python manage.py migrate
python manage.py createsuperuser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603504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6035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6080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Lancer le serveur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62940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python manage.py runserver
Ouvrir http://127.0.0.1:8000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DB5BD"/>
                </a:solidFill>
              </a:rPr>
              <a:t>Application Blog Django — Utilisateurs · Articles · Commentaires · Likes ·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7EEA"/>
                </a:solidFill>
              </a:rPr>
              <a:t>Construit avec Django 6 · MySQL · Tailwind CSS · Python 3.12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